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57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1FD492-ACDE-F5DC-9DED-7765289D8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6DB9B6E-E929-548C-7D5B-8C8DC32B9C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1FDCF1-BDCB-3162-FD04-A460436A5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F7FF-2DCC-4007-81B9-252F5B7F1C3E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274CF2-FBCE-DC45-A5DB-F7177CB9B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5DE2FA-44A6-0CE1-2B52-F2063CA16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4A42E-D92D-42DB-8DA9-BBC12076F7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7201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CD11DE-7F0F-DE29-B911-6E07E8FBA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26AB30-C893-0CC4-B984-49B2E77346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E8CD52-24F8-9A36-5869-D7B80EEE1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F7FF-2DCC-4007-81B9-252F5B7F1C3E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155188-03AD-FEBA-B5B6-A65661460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4DAB24-9ECF-4FEA-33D7-65B8C9FA6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4A42E-D92D-42DB-8DA9-BBC12076F7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8472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9237C2-1E7D-D783-7455-08C0CC255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66982B3-11BF-C737-418B-1D6C01E33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B6137A-E8AC-89F5-7A4E-0A0440926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F7FF-2DCC-4007-81B9-252F5B7F1C3E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4716CB-C34F-BF84-7787-EBB08A724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80840E7-A22B-C13A-675F-F4EEF9479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4A42E-D92D-42DB-8DA9-BBC12076F7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21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087137-51F2-5CD6-844E-3BCF491F0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759D97-7121-809F-458C-1BFE838DB1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4A4931F-6287-8102-77B1-39DABA5DD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54747C-9C5C-F95C-3D02-ABAD2DD9D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F7FF-2DCC-4007-81B9-252F5B7F1C3E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C89E440-7565-88D0-3293-584443547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58B81D-2CF3-DD60-C1BB-B7DEF444D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4A42E-D92D-42DB-8DA9-BBC12076F7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003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04294D-5904-8369-98A8-D4C992F19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0AB469-24E3-A5A0-597E-D25ABE2E47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1948D96-C6E0-6F6B-2CF6-54A949837B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0D62856-85D0-4AC3-5571-37B5A3AF83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ECBA1AF-F1D4-44BA-6CF4-05BF6932E3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BD5C4DD-871F-5729-A059-0D785881A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F7FF-2DCC-4007-81B9-252F5B7F1C3E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BD22AF0-B651-E296-8F10-DD602CCFA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09B6EEA-0CE4-2BF2-B621-B3AB1E3A8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4A42E-D92D-42DB-8DA9-BBC12076F7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8248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0ECFB-4A7A-D690-6D72-9004FEA0E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0032CDE-5DDD-05E8-9D25-1897B0D96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F7FF-2DCC-4007-81B9-252F5B7F1C3E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1017DD7-4DE9-6D35-3BDE-76EF3062E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B82BCAA-A09E-A94F-CCFF-85240B751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4A42E-D92D-42DB-8DA9-BBC12076F7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2492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2063D4A-3F13-787F-9DE9-1E24203B9E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F7FF-2DCC-4007-81B9-252F5B7F1C3E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BC9DED-2A20-9BB2-F1FA-872F90288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E52ED60-4C68-F6AC-1948-3ABFFFAF8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4A42E-D92D-42DB-8DA9-BBC12076F7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1847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0FF346-70D9-BC7C-8A42-262C2933D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A2E12A-DBBB-9DAD-C6A9-D71BA64FE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8F21F7C-830F-92AE-20A8-C46BBF80A8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8E8ED3-64D9-A208-3734-FA6ED6F7A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F7FF-2DCC-4007-81B9-252F5B7F1C3E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826923-1F38-BAB9-E682-0D73CE4BA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281298E-D5BD-DA2B-E0F7-0D79D29C3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4A42E-D92D-42DB-8DA9-BBC12076F7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388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1EA0D0-C20A-5FA1-30A5-796F201B9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FCF6CC3-512F-9567-EA5F-97173525C4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F88E6F8-827B-F6CB-696C-75D214501D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851AA50-1F52-4D1A-4A66-8D78FBA62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F7FF-2DCC-4007-81B9-252F5B7F1C3E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E66CB57-325A-C631-C8E9-3FE917DEB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13B94F5-1FE3-2E7E-6EC3-485B5201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4A42E-D92D-42DB-8DA9-BBC12076F7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90005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E4B52A-09B4-F6A8-8C90-57F8A4931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A494357-2F56-3502-5B9B-588897D88D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08ED088-919B-8FB9-BB45-6A95D73DC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F7FF-2DCC-4007-81B9-252F5B7F1C3E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667B71-C415-3738-52B5-4D7EFE1F8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7541788-08D1-68AA-CC07-0426F5065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4A42E-D92D-42DB-8DA9-BBC12076F7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9011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E959E06-0F74-3F38-FD10-B3B2FED4C6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E7A44D0-8839-F4CD-016B-1B193446DE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F3CD05E-7DDF-F85C-2448-544BE1191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8F7FF-2DCC-4007-81B9-252F5B7F1C3E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D85939-4EF8-A451-4B4E-CE6A61E9F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CACE809-C843-D4E0-A498-6C7678FDD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E4A42E-D92D-42DB-8DA9-BBC12076F7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7444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500B4F4-661A-6435-FAA5-279500B33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37342C-38D8-9360-58A0-A376ACDEF5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80569-2D53-C522-1E3D-E0D6CC2982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8F7FF-2DCC-4007-81B9-252F5B7F1C3E}" type="datetimeFigureOut">
              <a:rPr lang="pt-BR" smtClean="0"/>
              <a:t>10/02/2026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A839A6C-A082-1792-C1B6-8E37CE83F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8ACF0E-F3AA-4AEA-4FAA-44000EEE20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4A42E-D92D-42DB-8DA9-BBC12076F7A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708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gif"/><Relationship Id="rId4" Type="http://schemas.openxmlformats.org/officeDocument/2006/relationships/image" Target="../media/image5.gi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36DB4E-EB9B-25E9-F149-BC032196B0C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Variáveis e seus tipos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780F68A-80EE-F726-6D32-7E0504287C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João Vítor Fernandes Dias</a:t>
            </a:r>
          </a:p>
        </p:txBody>
      </p:sp>
    </p:spTree>
    <p:extLst>
      <p:ext uri="{BB962C8B-B14F-4D97-AF65-F5344CB8AC3E}">
        <p14:creationId xmlns:p14="http://schemas.microsoft.com/office/powerpoint/2010/main" val="3536217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6876CC-DBC2-43B5-DF07-9307C6082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Constante </a:t>
            </a:r>
            <a:r>
              <a:rPr lang="pt-BR" dirty="0" err="1"/>
              <a:t>vs</a:t>
            </a:r>
            <a:r>
              <a:rPr lang="pt-BR" dirty="0"/>
              <a:t> Variável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C0A1A9-11FB-8CB2-61C2-F27664660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pt-BR" dirty="0"/>
              <a:t>Constante</a:t>
            </a:r>
          </a:p>
          <a:p>
            <a:pPr lvl="1"/>
            <a:r>
              <a:rPr lang="pt-BR" dirty="0"/>
              <a:t>Imutável</a:t>
            </a:r>
          </a:p>
          <a:p>
            <a:pPr lvl="1"/>
            <a:r>
              <a:rPr lang="pt-BR" dirty="0"/>
              <a:t>Expressa limites, regras ou valores fixos</a:t>
            </a:r>
          </a:p>
          <a:p>
            <a:pPr lvl="1"/>
            <a:r>
              <a:rPr lang="pt-BR" dirty="0"/>
              <a:t>Aumenta a legibilidade</a:t>
            </a:r>
          </a:p>
          <a:p>
            <a:pPr lvl="1"/>
            <a:endParaRPr lang="pt-BR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62B21307-F065-DC93-1873-219431D2DDC0}"/>
              </a:ext>
            </a:extLst>
          </p:cNvPr>
          <p:cNvSpPr txBox="1">
            <a:spLocks/>
          </p:cNvSpPr>
          <p:nvPr/>
        </p:nvSpPr>
        <p:spPr>
          <a:xfrm>
            <a:off x="6096000" y="1825625"/>
            <a:ext cx="5257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Variável</a:t>
            </a:r>
          </a:p>
          <a:p>
            <a:pPr lvl="1"/>
            <a:r>
              <a:rPr lang="pt-BR" dirty="0"/>
              <a:t>Mutável</a:t>
            </a:r>
          </a:p>
          <a:p>
            <a:pPr lvl="1"/>
            <a:r>
              <a:rPr lang="pt-BR" dirty="0"/>
              <a:t>Parte essencial da programação</a:t>
            </a:r>
          </a:p>
          <a:p>
            <a:pPr lvl="1"/>
            <a:r>
              <a:rPr lang="pt-BR" dirty="0"/>
              <a:t>Assim como um rótulo em uma caixa: o rótulo fica, o conteúdo pode mudar</a:t>
            </a:r>
          </a:p>
        </p:txBody>
      </p:sp>
    </p:spTree>
    <p:extLst>
      <p:ext uri="{BB962C8B-B14F-4D97-AF65-F5344CB8AC3E}">
        <p14:creationId xmlns:p14="http://schemas.microsoft.com/office/powerpoint/2010/main" val="3434416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7039F7-F22E-8321-DBDA-123F32796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Conjuntos numéricos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1AC52FF-CAC8-4A60-2FA5-2C4462586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Naturais: positivos inteiros a partir do 0 (0, 1, 2, ...)</a:t>
            </a:r>
          </a:p>
          <a:p>
            <a:r>
              <a:rPr lang="pt-BR" dirty="0"/>
              <a:t>Inteiros: números negativos e os Naturais (..., -2, -1, 0, 1, 2, ...)</a:t>
            </a:r>
          </a:p>
          <a:p>
            <a:r>
              <a:rPr lang="pt-BR" dirty="0"/>
              <a:t>Racionais: inteiros, frações e dízimas periódicas (1/9, 7/3, ...)</a:t>
            </a:r>
          </a:p>
          <a:p>
            <a:r>
              <a:rPr lang="pt-BR" dirty="0"/>
              <a:t>Irracionais: raízes não inteiras e dízimas não periódicas (</a:t>
            </a:r>
            <a:r>
              <a:rPr lang="el-GR" dirty="0"/>
              <a:t>π </a:t>
            </a:r>
            <a:r>
              <a:rPr lang="pt-BR" dirty="0"/>
              <a:t>, √3, ...)</a:t>
            </a:r>
          </a:p>
          <a:p>
            <a:r>
              <a:rPr lang="pt-BR" dirty="0"/>
              <a:t>Reais: Racionais e Irracionais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F1BE490-991F-7A72-0B3F-6DC5B7A1F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8428" y="4150755"/>
            <a:ext cx="4572638" cy="2591162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71B8A770-254E-694E-F5C2-DDE4EE563116}"/>
              </a:ext>
            </a:extLst>
          </p:cNvPr>
          <p:cNvSpPr txBox="1"/>
          <p:nvPr/>
        </p:nvSpPr>
        <p:spPr>
          <a:xfrm>
            <a:off x="838200" y="4984671"/>
            <a:ext cx="57888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5400" b="1" dirty="0">
                <a:solidFill>
                  <a:srgbClr val="FF0000"/>
                </a:solidFill>
              </a:rPr>
              <a:t> Mas e as variáveis?</a:t>
            </a:r>
          </a:p>
        </p:txBody>
      </p:sp>
    </p:spTree>
    <p:extLst>
      <p:ext uri="{BB962C8B-B14F-4D97-AF65-F5344CB8AC3E}">
        <p14:creationId xmlns:p14="http://schemas.microsoft.com/office/powerpoint/2010/main" val="2407639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925939-C008-3FDD-8077-A5B66BB97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Conjuntos numéricos </a:t>
            </a:r>
            <a:r>
              <a:rPr lang="pt-BR" i="1" dirty="0" err="1"/>
              <a:t>vs</a:t>
            </a:r>
            <a:r>
              <a:rPr lang="pt-BR" dirty="0"/>
              <a:t> Tipos de variáveis</a:t>
            </a:r>
            <a:endParaRPr lang="pt-BR" i="1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23DFDB-B904-11DE-F64B-E0D695AFE5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Inteiros: </a:t>
            </a:r>
            <a:r>
              <a:rPr lang="pt-BR" i="1" dirty="0" err="1"/>
              <a:t>integer</a:t>
            </a:r>
            <a:endParaRPr lang="pt-BR" i="1" dirty="0"/>
          </a:p>
          <a:p>
            <a:r>
              <a:rPr lang="pt-BR" dirty="0"/>
              <a:t>Racionais: </a:t>
            </a:r>
            <a:r>
              <a:rPr lang="pt-BR" i="1" dirty="0" err="1"/>
              <a:t>float</a:t>
            </a:r>
            <a:r>
              <a:rPr lang="pt-BR" dirty="0"/>
              <a:t>, </a:t>
            </a:r>
            <a:r>
              <a:rPr lang="pt-BR" i="1" dirty="0" err="1"/>
              <a:t>double</a:t>
            </a:r>
            <a:endParaRPr lang="pt-BR" i="1" dirty="0"/>
          </a:p>
          <a:p>
            <a:r>
              <a:rPr lang="pt-BR" dirty="0"/>
              <a:t>Naturais: </a:t>
            </a:r>
            <a:r>
              <a:rPr lang="pt-BR" i="1" dirty="0" err="1"/>
              <a:t>unsigned</a:t>
            </a:r>
            <a:r>
              <a:rPr lang="pt-BR" i="1" dirty="0"/>
              <a:t> </a:t>
            </a:r>
            <a:r>
              <a:rPr lang="pt-BR" i="1" dirty="0" err="1"/>
              <a:t>integer</a:t>
            </a:r>
            <a:endParaRPr lang="pt-BR" i="1" dirty="0"/>
          </a:p>
          <a:p>
            <a:r>
              <a:rPr lang="pt-BR" dirty="0"/>
              <a:t>Irracionais: limite de memória</a:t>
            </a:r>
          </a:p>
        </p:txBody>
      </p:sp>
    </p:spTree>
    <p:extLst>
      <p:ext uri="{BB962C8B-B14F-4D97-AF65-F5344CB8AC3E}">
        <p14:creationId xmlns:p14="http://schemas.microsoft.com/office/powerpoint/2010/main" val="391058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ADF133-F2D9-AAE1-4E7E-32AA79B3B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Verdadeiro ou Falso?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1BA1529-8D29-7808-86B5-D9AFA923A4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71340"/>
          </a:xfrm>
        </p:spPr>
        <p:txBody>
          <a:bodyPr/>
          <a:lstStyle/>
          <a:p>
            <a:r>
              <a:rPr lang="pt-BR" dirty="0"/>
              <a:t>(V)	2 é um número inteiro</a:t>
            </a:r>
          </a:p>
          <a:p>
            <a:r>
              <a:rPr lang="pt-BR" dirty="0"/>
              <a:t>(F)	1234 é um número de ponto flutuante (</a:t>
            </a:r>
            <a:r>
              <a:rPr lang="pt-BR" dirty="0" err="1"/>
              <a:t>float</a:t>
            </a:r>
            <a:r>
              <a:rPr lang="pt-BR" dirty="0"/>
              <a:t>)</a:t>
            </a:r>
          </a:p>
          <a:p>
            <a:r>
              <a:rPr lang="pt-BR" dirty="0"/>
              <a:t>(F)	2.0 é um número inteiro</a:t>
            </a:r>
          </a:p>
          <a:p>
            <a:r>
              <a:rPr lang="pt-BR" dirty="0"/>
              <a:t>(V)	12.34 é um número de ponto flutuante (</a:t>
            </a:r>
            <a:r>
              <a:rPr lang="pt-BR" dirty="0" err="1"/>
              <a:t>float</a:t>
            </a:r>
            <a:r>
              <a:rPr lang="pt-BR" dirty="0"/>
              <a:t>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C161E5E-A18B-B444-24EC-10FF46DA887C}"/>
              </a:ext>
            </a:extLst>
          </p:cNvPr>
          <p:cNvSpPr txBox="1"/>
          <p:nvPr/>
        </p:nvSpPr>
        <p:spPr>
          <a:xfrm>
            <a:off x="838200" y="5250730"/>
            <a:ext cx="1043625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/>
              <a:t>Aqui exemplificamos mais um tipo de variável:</a:t>
            </a:r>
          </a:p>
          <a:p>
            <a:r>
              <a:rPr lang="pt-BR" sz="3200" dirty="0"/>
              <a:t>	o </a:t>
            </a:r>
            <a:r>
              <a:rPr lang="pt-BR" sz="3200" b="1" dirty="0"/>
              <a:t>booleano</a:t>
            </a:r>
          </a:p>
        </p:txBody>
      </p:sp>
      <p:pic>
        <p:nvPicPr>
          <p:cNvPr id="2050" name="Picture 2" descr="Real ou feiki?????? #Oscars">
            <a:extLst>
              <a:ext uri="{FF2B5EF4-FFF2-40B4-BE49-F238E27FC236}">
                <a16:creationId xmlns:a16="http://schemas.microsoft.com/office/drawing/2014/main" id="{53ECEB7C-D340-EE08-3E14-3F6F68563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9291" y="1823268"/>
            <a:ext cx="2312709" cy="2312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58303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3C31DCA-F22B-0F84-F3FD-8F4CD84C8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Mas e letras?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B3C47C-C397-61EC-0321-E2A5461E4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267823" cy="4351338"/>
          </a:xfrm>
        </p:spPr>
        <p:txBody>
          <a:bodyPr/>
          <a:lstStyle/>
          <a:p>
            <a:r>
              <a:rPr lang="pt-BR" dirty="0"/>
              <a:t>Em computação, chamamos cada letra de </a:t>
            </a:r>
            <a:r>
              <a:rPr lang="pt-BR" b="1" dirty="0"/>
              <a:t>caractere</a:t>
            </a:r>
            <a:r>
              <a:rPr lang="pt-BR" dirty="0"/>
              <a:t>.</a:t>
            </a:r>
          </a:p>
          <a:p>
            <a:r>
              <a:rPr lang="pt-BR" dirty="0"/>
              <a:t>Quando temos vários caracteres em uma sequência, podemos dizer que temos uma “linha” de caracteres, ou então, uma </a:t>
            </a:r>
            <a:r>
              <a:rPr lang="pt-BR" i="1" dirty="0" err="1"/>
              <a:t>string</a:t>
            </a:r>
            <a:r>
              <a:rPr lang="pt-BR" dirty="0"/>
              <a:t>.</a:t>
            </a:r>
          </a:p>
          <a:p>
            <a:r>
              <a:rPr lang="pt-BR" dirty="0"/>
              <a:t>Os caracteres são geralmente representados entre aspas simples</a:t>
            </a:r>
          </a:p>
          <a:p>
            <a:pPr lvl="1"/>
            <a:r>
              <a:rPr lang="pt-BR" dirty="0"/>
              <a:t>‘p’, ‘r’, ‘o’, ‘g’</a:t>
            </a:r>
          </a:p>
          <a:p>
            <a:r>
              <a:rPr lang="pt-BR" dirty="0"/>
              <a:t>Enquanto que as </a:t>
            </a:r>
            <a:r>
              <a:rPr lang="pt-BR" i="1" dirty="0" err="1"/>
              <a:t>strings</a:t>
            </a:r>
            <a:r>
              <a:rPr lang="pt-BR" dirty="0"/>
              <a:t> são representados entre aspas duplas</a:t>
            </a:r>
          </a:p>
          <a:p>
            <a:pPr lvl="1"/>
            <a:r>
              <a:rPr lang="pt-BR" dirty="0"/>
              <a:t>“Programação 101”</a:t>
            </a:r>
          </a:p>
          <a:p>
            <a:endParaRPr lang="pt-BR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7888607-119D-903B-F946-459E7F8A2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4172" y="977900"/>
            <a:ext cx="1476375" cy="1695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75F299B7-4C46-034D-4ECE-2C16CDCA2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2698" y="2668588"/>
            <a:ext cx="2219325" cy="15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2E046612-BE53-E210-F17F-B1F1A53D5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4624" y="4254500"/>
            <a:ext cx="1895475" cy="142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0621C9A3-FB38-B955-3C87-316795DEB2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7499" y="5683250"/>
            <a:ext cx="175260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7923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76CA9C-813E-A823-492B-DDAF79301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 do dia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19375C-3A7C-0CC6-58DD-FA315BAA0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Qual é a saída desse print?</a:t>
            </a:r>
          </a:p>
          <a:p>
            <a:r>
              <a:rPr lang="pt-BR" dirty="0" err="1"/>
              <a:t>printf</a:t>
            </a:r>
            <a:r>
              <a:rPr lang="pt-BR" dirty="0"/>
              <a:t>("%</a:t>
            </a:r>
            <a:r>
              <a:rPr lang="pt-BR" dirty="0" err="1"/>
              <a:t>c%c%cg%d</a:t>
            </a:r>
            <a:r>
              <a:rPr lang="pt-BR" dirty="0"/>
              <a:t>", 6 + ' ' + 'J', 'o' + 'a' - '~' + ' ', 'o', 'e');</a:t>
            </a:r>
          </a:p>
          <a:p>
            <a:r>
              <a:rPr lang="pt-BR" dirty="0"/>
              <a:t>Dica: ASCII</a:t>
            </a:r>
          </a:p>
        </p:txBody>
      </p:sp>
    </p:spTree>
    <p:extLst>
      <p:ext uri="{BB962C8B-B14F-4D97-AF65-F5344CB8AC3E}">
        <p14:creationId xmlns:p14="http://schemas.microsoft.com/office/powerpoint/2010/main" val="240760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F7DFD-F7EB-823E-98C6-9E85884CB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035014-8F04-D3EF-B522-F6BEDA233F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Variáveis e seus tipos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E222614-FF93-950C-7D1E-A1FBFABA60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João Vítor Fernandes Dias</a:t>
            </a:r>
          </a:p>
        </p:txBody>
      </p:sp>
    </p:spTree>
    <p:extLst>
      <p:ext uri="{BB962C8B-B14F-4D97-AF65-F5344CB8AC3E}">
        <p14:creationId xmlns:p14="http://schemas.microsoft.com/office/powerpoint/2010/main" val="311121041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332</Words>
  <Application>Microsoft Office PowerPoint</Application>
  <PresentationFormat>Widescreen</PresentationFormat>
  <Paragraphs>43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Tema do Office</vt:lpstr>
      <vt:lpstr>Variáveis e seus tipos</vt:lpstr>
      <vt:lpstr>Constante vs Variável</vt:lpstr>
      <vt:lpstr>Conjuntos numéricos</vt:lpstr>
      <vt:lpstr>Conjuntos numéricos vs Tipos de variáveis</vt:lpstr>
      <vt:lpstr>Verdadeiro ou Falso?</vt:lpstr>
      <vt:lpstr>Mas e letras?</vt:lpstr>
      <vt:lpstr>Desafio do dia</vt:lpstr>
      <vt:lpstr>Variáveis e seus tipos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Vítor Fernandes Dias</dc:creator>
  <cp:lastModifiedBy>João Vítor Fernandes Dias</cp:lastModifiedBy>
  <cp:revision>6</cp:revision>
  <dcterms:created xsi:type="dcterms:W3CDTF">2026-02-10T15:42:44Z</dcterms:created>
  <dcterms:modified xsi:type="dcterms:W3CDTF">2026-02-10T18:01:48Z</dcterms:modified>
</cp:coreProperties>
</file>